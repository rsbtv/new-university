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52" r:id="rId2"/>
    <p:sldId id="690" r:id="rId3"/>
    <p:sldId id="719" r:id="rId4"/>
    <p:sldId id="720" r:id="rId5"/>
    <p:sldId id="721" r:id="rId6"/>
    <p:sldId id="67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митрий Кондрашин" initials="ДК" lastIdx="2" clrIdx="0">
    <p:extLst>
      <p:ext uri="{19B8F6BF-5375-455C-9EA6-DF929625EA0E}">
        <p15:presenceInfo xmlns:p15="http://schemas.microsoft.com/office/powerpoint/2012/main" userId="7ff2898979e517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718"/>
    <a:srgbClr val="226ABA"/>
    <a:srgbClr val="B0E141"/>
    <a:srgbClr val="FFFFFF"/>
    <a:srgbClr val="0D5EB3"/>
    <a:srgbClr val="C1E79C"/>
    <a:srgbClr val="9ECEE7"/>
    <a:srgbClr val="FF66CC"/>
    <a:srgbClr val="E42528"/>
    <a:srgbClr val="0C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CC6C66-A280-4CBD-84DE-D017E43CEED2}" v="19" dt="2025-11-13T09:51:19.1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ьга Шульга" userId="3115b4bd6bebd40c" providerId="LiveId" clId="{3ECC6C66-A280-4CBD-84DE-D017E43CEED2}"/>
    <pc:docChg chg="undo redo custSel addSld modSld">
      <pc:chgData name="Ольга Шульга" userId="3115b4bd6bebd40c" providerId="LiveId" clId="{3ECC6C66-A280-4CBD-84DE-D017E43CEED2}" dt="2025-11-13T09:53:42.666" v="823" actId="1076"/>
      <pc:docMkLst>
        <pc:docMk/>
      </pc:docMkLst>
      <pc:sldChg chg="modSp mod">
        <pc:chgData name="Ольга Шульга" userId="3115b4bd6bebd40c" providerId="LiveId" clId="{3ECC6C66-A280-4CBD-84DE-D017E43CEED2}" dt="2025-11-13T08:37:00.062" v="39" actId="20577"/>
        <pc:sldMkLst>
          <pc:docMk/>
          <pc:sldMk cId="2996957179" sldId="552"/>
        </pc:sldMkLst>
        <pc:spChg chg="mod">
          <ac:chgData name="Ольга Шульга" userId="3115b4bd6bebd40c" providerId="LiveId" clId="{3ECC6C66-A280-4CBD-84DE-D017E43CEED2}" dt="2025-11-13T08:37:00.062" v="39" actId="20577"/>
          <ac:spMkLst>
            <pc:docMk/>
            <pc:sldMk cId="2996957179" sldId="552"/>
            <ac:spMk id="3" creationId="{72276FFD-5194-B4E6-80AF-8CDE8744EB72}"/>
          </ac:spMkLst>
        </pc:spChg>
      </pc:sldChg>
      <pc:sldChg chg="modSp mod">
        <pc:chgData name="Ольга Шульга" userId="3115b4bd6bebd40c" providerId="LiveId" clId="{3ECC6C66-A280-4CBD-84DE-D017E43CEED2}" dt="2025-11-13T08:38:34.262" v="144" actId="1076"/>
        <pc:sldMkLst>
          <pc:docMk/>
          <pc:sldMk cId="2289332856" sldId="671"/>
        </pc:sldMkLst>
        <pc:spChg chg="mod">
          <ac:chgData name="Ольга Шульга" userId="3115b4bd6bebd40c" providerId="LiveId" clId="{3ECC6C66-A280-4CBD-84DE-D017E43CEED2}" dt="2025-11-13T08:38:34.262" v="144" actId="1076"/>
          <ac:spMkLst>
            <pc:docMk/>
            <pc:sldMk cId="2289332856" sldId="671"/>
            <ac:spMk id="11" creationId="{F30F4EC2-3E17-BEFE-2405-6D0A48CE2F91}"/>
          </ac:spMkLst>
        </pc:spChg>
      </pc:sldChg>
      <pc:sldChg chg="modSp mod">
        <pc:chgData name="Ольга Шульга" userId="3115b4bd6bebd40c" providerId="LiveId" clId="{3ECC6C66-A280-4CBD-84DE-D017E43CEED2}" dt="2025-11-13T09:09:51.752" v="460" actId="20577"/>
        <pc:sldMkLst>
          <pc:docMk/>
          <pc:sldMk cId="2740589770" sldId="690"/>
        </pc:sldMkLst>
        <pc:spChg chg="mod">
          <ac:chgData name="Ольга Шульга" userId="3115b4bd6bebd40c" providerId="LiveId" clId="{3ECC6C66-A280-4CBD-84DE-D017E43CEED2}" dt="2025-11-13T08:48:47.790" v="150"/>
          <ac:spMkLst>
            <pc:docMk/>
            <pc:sldMk cId="2740589770" sldId="690"/>
            <ac:spMk id="2" creationId="{FEFF0E0F-A6D8-AEC1-5822-7E5D60209597}"/>
          </ac:spMkLst>
        </pc:spChg>
        <pc:spChg chg="mod">
          <ac:chgData name="Ольга Шульга" userId="3115b4bd6bebd40c" providerId="LiveId" clId="{3ECC6C66-A280-4CBD-84DE-D017E43CEED2}" dt="2025-11-13T09:09:51.752" v="460" actId="20577"/>
          <ac:spMkLst>
            <pc:docMk/>
            <pc:sldMk cId="2740589770" sldId="690"/>
            <ac:spMk id="26" creationId="{7A2AAA58-6319-FC42-C05C-E404B51B1C48}"/>
          </ac:spMkLst>
        </pc:spChg>
      </pc:sldChg>
      <pc:sldChg chg="addSp modSp mod">
        <pc:chgData name="Ольга Шульга" userId="3115b4bd6bebd40c" providerId="LiveId" clId="{3ECC6C66-A280-4CBD-84DE-D017E43CEED2}" dt="2025-11-13T09:13:56.247" v="619" actId="115"/>
        <pc:sldMkLst>
          <pc:docMk/>
          <pc:sldMk cId="2993132148" sldId="719"/>
        </pc:sldMkLst>
        <pc:spChg chg="mod">
          <ac:chgData name="Ольга Шульга" userId="3115b4bd6bebd40c" providerId="LiveId" clId="{3ECC6C66-A280-4CBD-84DE-D017E43CEED2}" dt="2025-11-13T08:53:00.509" v="239"/>
          <ac:spMkLst>
            <pc:docMk/>
            <pc:sldMk cId="2993132148" sldId="719"/>
            <ac:spMk id="2" creationId="{CFA4157B-A882-E28F-9A8E-589CD945A707}"/>
          </ac:spMkLst>
        </pc:spChg>
        <pc:spChg chg="mod">
          <ac:chgData name="Ольга Шульга" userId="3115b4bd6bebd40c" providerId="LiveId" clId="{3ECC6C66-A280-4CBD-84DE-D017E43CEED2}" dt="2025-11-13T09:13:56.247" v="619" actId="115"/>
          <ac:spMkLst>
            <pc:docMk/>
            <pc:sldMk cId="2993132148" sldId="719"/>
            <ac:spMk id="26" creationId="{43280519-4B0E-74F1-159C-980D54C312C2}"/>
          </ac:spMkLst>
        </pc:spChg>
        <pc:picChg chg="add mod">
          <ac:chgData name="Ольга Шульга" userId="3115b4bd6bebd40c" providerId="LiveId" clId="{3ECC6C66-A280-4CBD-84DE-D017E43CEED2}" dt="2025-11-13T09:13:40.322" v="614" actId="1076"/>
          <ac:picMkLst>
            <pc:docMk/>
            <pc:sldMk cId="2993132148" sldId="719"/>
            <ac:picMk id="5" creationId="{8CAA6039-A6EF-41E4-B849-FAA0BDF16513}"/>
          </ac:picMkLst>
        </pc:picChg>
      </pc:sldChg>
      <pc:sldChg chg="addSp delSp modSp mod">
        <pc:chgData name="Ольга Шульга" userId="3115b4bd6bebd40c" providerId="LiveId" clId="{3ECC6C66-A280-4CBD-84DE-D017E43CEED2}" dt="2025-11-13T09:51:40.346" v="778" actId="114"/>
        <pc:sldMkLst>
          <pc:docMk/>
          <pc:sldMk cId="2599155960" sldId="720"/>
        </pc:sldMkLst>
        <pc:spChg chg="mod">
          <ac:chgData name="Ольга Шульга" userId="3115b4bd6bebd40c" providerId="LiveId" clId="{3ECC6C66-A280-4CBD-84DE-D017E43CEED2}" dt="2025-11-13T09:14:11.320" v="629" actId="20577"/>
          <ac:spMkLst>
            <pc:docMk/>
            <pc:sldMk cId="2599155960" sldId="720"/>
            <ac:spMk id="2" creationId="{6B909090-0D47-3078-EFD4-386D7D6D8BCC}"/>
          </ac:spMkLst>
        </pc:spChg>
        <pc:spChg chg="add del">
          <ac:chgData name="Ольга Шульга" userId="3115b4bd6bebd40c" providerId="LiveId" clId="{3ECC6C66-A280-4CBD-84DE-D017E43CEED2}" dt="2025-11-13T09:14:54.802" v="635"/>
          <ac:spMkLst>
            <pc:docMk/>
            <pc:sldMk cId="2599155960" sldId="720"/>
            <ac:spMk id="3" creationId="{BD646F20-612C-42C4-A03C-3E9C9A8C95F9}"/>
          </ac:spMkLst>
        </pc:spChg>
        <pc:spChg chg="add del">
          <ac:chgData name="Ольга Шульга" userId="3115b4bd6bebd40c" providerId="LiveId" clId="{3ECC6C66-A280-4CBD-84DE-D017E43CEED2}" dt="2025-11-13T09:15:36.722" v="640"/>
          <ac:spMkLst>
            <pc:docMk/>
            <pc:sldMk cId="2599155960" sldId="720"/>
            <ac:spMk id="5" creationId="{9E605162-3B14-480B-92F7-8AEBE7633CAB}"/>
          </ac:spMkLst>
        </pc:spChg>
        <pc:spChg chg="add del">
          <ac:chgData name="Ольга Шульга" userId="3115b4bd6bebd40c" providerId="LiveId" clId="{3ECC6C66-A280-4CBD-84DE-D017E43CEED2}" dt="2025-11-13T09:18:41.415" v="707"/>
          <ac:spMkLst>
            <pc:docMk/>
            <pc:sldMk cId="2599155960" sldId="720"/>
            <ac:spMk id="6" creationId="{FF5CC171-541B-4435-91C1-834C626F0B7B}"/>
          </ac:spMkLst>
        </pc:spChg>
        <pc:spChg chg="add mod">
          <ac:chgData name="Ольга Шульга" userId="3115b4bd6bebd40c" providerId="LiveId" clId="{3ECC6C66-A280-4CBD-84DE-D017E43CEED2}" dt="2025-11-13T09:18:54.761" v="709" actId="20578"/>
          <ac:spMkLst>
            <pc:docMk/>
            <pc:sldMk cId="2599155960" sldId="720"/>
            <ac:spMk id="7" creationId="{B631EC6B-2B83-444C-A6DC-887459013C5C}"/>
          </ac:spMkLst>
        </pc:spChg>
        <pc:spChg chg="add del">
          <ac:chgData name="Ольга Шульга" userId="3115b4bd6bebd40c" providerId="LiveId" clId="{3ECC6C66-A280-4CBD-84DE-D017E43CEED2}" dt="2025-11-13T09:50:05.123" v="750"/>
          <ac:spMkLst>
            <pc:docMk/>
            <pc:sldMk cId="2599155960" sldId="720"/>
            <ac:spMk id="8" creationId="{436BB75B-3DDE-46B3-B146-AAEE23BA8694}"/>
          </ac:spMkLst>
        </pc:spChg>
        <pc:spChg chg="add del">
          <ac:chgData name="Ольга Шульга" userId="3115b4bd6bebd40c" providerId="LiveId" clId="{3ECC6C66-A280-4CBD-84DE-D017E43CEED2}" dt="2025-11-13T09:51:19.177" v="769"/>
          <ac:spMkLst>
            <pc:docMk/>
            <pc:sldMk cId="2599155960" sldId="720"/>
            <ac:spMk id="9" creationId="{C4D69C28-B1F2-43BB-B320-C2228DCD4AA1}"/>
          </ac:spMkLst>
        </pc:spChg>
        <pc:spChg chg="mod">
          <ac:chgData name="Ольга Шульга" userId="3115b4bd6bebd40c" providerId="LiveId" clId="{3ECC6C66-A280-4CBD-84DE-D017E43CEED2}" dt="2025-11-13T09:51:40.346" v="778" actId="114"/>
          <ac:spMkLst>
            <pc:docMk/>
            <pc:sldMk cId="2599155960" sldId="720"/>
            <ac:spMk id="26" creationId="{EDD27E0E-2E51-D203-19A9-3AF0A6A87C50}"/>
          </ac:spMkLst>
        </pc:spChg>
      </pc:sldChg>
      <pc:sldChg chg="addSp delSp modSp add mod">
        <pc:chgData name="Ольга Шульга" userId="3115b4bd6bebd40c" providerId="LiveId" clId="{3ECC6C66-A280-4CBD-84DE-D017E43CEED2}" dt="2025-11-13T09:53:42.666" v="823" actId="1076"/>
        <pc:sldMkLst>
          <pc:docMk/>
          <pc:sldMk cId="3248474427" sldId="721"/>
        </pc:sldMkLst>
        <pc:spChg chg="mod">
          <ac:chgData name="Ольга Шульга" userId="3115b4bd6bebd40c" providerId="LiveId" clId="{3ECC6C66-A280-4CBD-84DE-D017E43CEED2}" dt="2025-11-13T09:52:21.862" v="816" actId="20577"/>
          <ac:spMkLst>
            <pc:docMk/>
            <pc:sldMk cId="3248474427" sldId="721"/>
            <ac:spMk id="2" creationId="{6B909090-0D47-3078-EFD4-386D7D6D8BCC}"/>
          </ac:spMkLst>
        </pc:spChg>
        <pc:spChg chg="mod">
          <ac:chgData name="Ольга Шульга" userId="3115b4bd6bebd40c" providerId="LiveId" clId="{3ECC6C66-A280-4CBD-84DE-D017E43CEED2}" dt="2025-11-13T09:52:26.798" v="817" actId="20577"/>
          <ac:spMkLst>
            <pc:docMk/>
            <pc:sldMk cId="3248474427" sldId="721"/>
            <ac:spMk id="26" creationId="{EDD27E0E-2E51-D203-19A9-3AF0A6A87C50}"/>
          </ac:spMkLst>
        </pc:spChg>
        <pc:picChg chg="add del mod">
          <ac:chgData name="Ольга Шульга" userId="3115b4bd6bebd40c" providerId="LiveId" clId="{3ECC6C66-A280-4CBD-84DE-D017E43CEED2}" dt="2025-11-13T09:53:16.126" v="820" actId="478"/>
          <ac:picMkLst>
            <pc:docMk/>
            <pc:sldMk cId="3248474427" sldId="721"/>
            <ac:picMk id="5" creationId="{111F4DCD-7F98-43BE-A16F-50B1DDB8DF1D}"/>
          </ac:picMkLst>
        </pc:picChg>
        <pc:picChg chg="add mod">
          <ac:chgData name="Ольга Шульга" userId="3115b4bd6bebd40c" providerId="LiveId" clId="{3ECC6C66-A280-4CBD-84DE-D017E43CEED2}" dt="2025-11-13T09:53:42.666" v="823" actId="1076"/>
          <ac:picMkLst>
            <pc:docMk/>
            <pc:sldMk cId="3248474427" sldId="721"/>
            <ac:picMk id="8" creationId="{BB976641-8848-465A-AC1B-E88D274E82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33578-6D37-4D97-9CE5-603C0D9C7E6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A55BC-B35D-4892-8A65-06DD6C9C1D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4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605C5-F5C2-038E-2EFF-D4D938A20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B3E4468-F86F-71BF-9666-26D1FC29B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C9BF12-1FC5-7C4A-B19F-9F3FE8AEB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AAA0DA-4C25-CB81-CA63-78662BAC6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55BC-B35D-4892-8A65-06DD6C9C1DF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354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F3CB8-CDE4-AA34-66AE-27D5DC9B1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35E757B-C47C-1ACD-DFF2-AB2FAFB31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A39AE0-752E-CC55-1613-CB2705A5A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AAD667-875B-210E-314D-24EA542D9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55BC-B35D-4892-8A65-06DD6C9C1DF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84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29B82-9284-92B8-AA2C-16869115D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C12C9B2-939F-773B-F75F-8F4BE1C05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B69E868-D36A-3CEE-C664-B9E29B7F2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A9D30D-95A2-FC79-A6DB-9D81B645E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55BC-B35D-4892-8A65-06DD6C9C1DF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473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29B82-9284-92B8-AA2C-16869115D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C12C9B2-939F-773B-F75F-8F4BE1C05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B69E868-D36A-3CEE-C664-B9E29B7F2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A9D30D-95A2-FC79-A6DB-9D81B645E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55BC-B35D-4892-8A65-06DD6C9C1DF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7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B10DBA-DAF0-21D5-674B-3700232A9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0EDC22-2BFE-F6C0-3F13-037ABB6A5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2C92B-E0C1-2F1F-DCEB-C939284E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A7F111-D4ED-C268-E8B7-C148211A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97EB6D-7187-79C8-6489-B480A715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8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92472-3DCB-DE25-B026-802A36D86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E46FAF-F678-2DBA-5C43-1ED066E53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7C70A3-8F81-F0C1-74AA-4472808A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A8179F-47A8-CA88-1179-8020EACE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00865A-0676-EC99-47F9-C0FC38ED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83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226F44-3FAA-AA0E-83D3-75F3F4B3E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3FAAFC-2F93-7D99-4565-765048749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CBB2F3-FB62-6B1C-FC5A-B5F38D55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52AB4B-40CF-3A63-25CE-BF15EBED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1D8A28-B6A2-DDFC-1BB9-B713D9FC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80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7C7E1-D23F-276D-EF02-C638A24A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4F2693-9600-0F2F-06FB-58D754267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0A68DC-492B-FDBD-9E72-A6AE02375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55CE93-B02E-0087-C04A-47EE018BB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9196FF-6E89-8D83-6CC4-0EC02EB3F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18A8DB-3FD0-7D5F-28B1-92EC35E0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12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C325E-AB4D-2963-2D17-24629173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D23BBD-37F7-6A5F-ABFF-54F19D1B8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5B1008-4C75-01A5-0A1D-8B4733448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DF0D0F-1C2A-28EF-9BF8-6E8B92D7A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89BEC8F-99E2-BB47-F6BA-DFC31E7E9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B73ED7-0F18-25EF-AB7C-402857ABC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EC3D938-D96E-4918-9F48-854C527F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297454-3915-BDC7-801B-73F4D83CD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066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656A7-1E34-2634-6474-F94C393D7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922AD42-22E8-4D6F-E2B4-77FC77143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94A3482-8EEA-BE70-D823-2F664153A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B54306-9EB7-921D-8C00-C35FD214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96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05F82A6-47CB-DDB1-BE1B-61D485A5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857090-4391-A596-CC2D-5ACCE8C6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722F6B-1EA6-3A6B-38AF-DF9C7E2F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02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72B15-CD52-F9DE-44A3-D68654FA8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D8AEE5-212A-CBCE-8225-EC084485E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DB0247-142C-354E-8915-226DACFB3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447E56-2A6F-ED0E-1170-486755060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F6C5E1-9D51-BA0C-7CB0-0FE4FAFD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53D8FB-3380-AC35-9D9A-B238CACE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737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8E21A-10FB-A942-3768-824B525A5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3BAD4E0-5C0D-8C5A-4F9D-ACF8F9F81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6A8242-FAE3-F409-F843-CFBFA6BE5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56B86C-A13B-0789-DC31-F17F29EB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8098EF-9BB1-6BB6-D87E-BD4171EF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B45DB-A9E2-62F6-F370-FE1919CE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96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2CA0A-8D20-F205-10C1-DC44F9987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F79349-620B-699E-151D-02CA7F97F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DCCEDD-075B-21E0-4A34-D39C1B3F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4F2FE2-5130-EE4E-FD90-B38076AF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5D2468-40F2-E96C-97A0-03E27759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49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14CF16D-173A-6862-EBB5-B09333526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1A350D-11E9-1E4F-330C-3AA3C5E94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D8DA0E-1597-DA68-0713-ACF5434DB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578E76-47B9-1BB2-596F-56578F69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E409E3-4363-9350-6DF1-B75B1B29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06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09656-F36C-F127-BCAD-A282320B5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52CC4C-922F-989D-9DA3-A628EEFC5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E77979-93E8-B9F5-E4C3-2DC96C4AC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4DC69-F0E3-4E53-83E8-779F94C3E4A7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C1B82A-0C7E-98D5-7EE0-6B4E11CF7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264840-BDE1-38F7-781F-F8A450667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D4F6F-8C34-47F6-94CA-93390024E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221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5452-7C96-8B2D-D47B-A04EC8C71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E93E9E-157A-4C7F-1047-E0A0F2C3F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7870" y="962901"/>
            <a:ext cx="9336258" cy="1481797"/>
          </a:xfrm>
        </p:spPr>
        <p:txBody>
          <a:bodyPr>
            <a:noAutofit/>
          </a:bodyPr>
          <a:lstStyle/>
          <a:p>
            <a:br>
              <a:rPr lang="ru-RU" sz="3600" b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ru-RU" sz="3600" b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Самостоятельная работа по решению задач с помощью </a:t>
            </a:r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Prolog</a:t>
            </a:r>
            <a:endParaRPr lang="ru-RU" sz="3600" b="1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36FF555-93CA-86E1-844E-BCA3D55D554E}"/>
              </a:ext>
            </a:extLst>
          </p:cNvPr>
          <p:cNvSpPr/>
          <p:nvPr/>
        </p:nvSpPr>
        <p:spPr>
          <a:xfrm>
            <a:off x="0" y="1"/>
            <a:ext cx="12192000" cy="547200"/>
          </a:xfrm>
          <a:prstGeom prst="rect">
            <a:avLst/>
          </a:prstGeom>
          <a:solidFill>
            <a:srgbClr val="1917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EA41D23-1DCA-FDD2-908B-4CFDAFCDD1E8}"/>
              </a:ext>
            </a:extLst>
          </p:cNvPr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91718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2276FFD-5194-B4E6-80AF-8CDE8744EB72}"/>
              </a:ext>
            </a:extLst>
          </p:cNvPr>
          <p:cNvSpPr txBox="1">
            <a:spLocks/>
          </p:cNvSpPr>
          <p:nvPr/>
        </p:nvSpPr>
        <p:spPr>
          <a:xfrm>
            <a:off x="1524000" y="2568725"/>
            <a:ext cx="9144000" cy="9843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i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Условия задачи №8: Вычислить факториал числа </a:t>
            </a:r>
            <a:r>
              <a:rPr lang="en-US" sz="2800" i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N.</a:t>
            </a:r>
            <a:endParaRPr lang="ru-RU" sz="2800" i="1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Язык prolog">
            <a:extLst>
              <a:ext uri="{FF2B5EF4-FFF2-40B4-BE49-F238E27FC236}">
                <a16:creationId xmlns:a16="http://schemas.microsoft.com/office/drawing/2014/main" id="{FF8BAB4A-0279-DD82-58F7-6E0C4F90E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879" y="4119782"/>
            <a:ext cx="5730240" cy="162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957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E180-4F46-9743-A70A-84F281594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F0E0F-A6D8-AEC1-5822-7E5D6020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Шаг 1. Математическое определение факториала</a:t>
            </a:r>
          </a:p>
        </p:txBody>
      </p:sp>
      <p:sp>
        <p:nvSpPr>
          <p:cNvPr id="26" name="Объект 25">
            <a:extLst>
              <a:ext uri="{FF2B5EF4-FFF2-40B4-BE49-F238E27FC236}">
                <a16:creationId xmlns:a16="http://schemas.microsoft.com/office/drawing/2014/main" id="{7A2AAA58-6319-FC42-C05C-E404B51B1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825624"/>
            <a:ext cx="11313943" cy="4864735"/>
          </a:xfrm>
          <a:ln cap="rnd">
            <a:solidFill>
              <a:schemeClr val="tx1"/>
            </a:solidFill>
            <a:prstDash val="solid"/>
            <a:round/>
          </a:ln>
        </p:spPr>
        <p:txBody>
          <a:bodyPr>
            <a:normAutofit/>
          </a:bodyPr>
          <a:lstStyle/>
          <a:p>
            <a:r>
              <a:rPr lang="ru-RU" sz="2000" dirty="0"/>
              <a:t>Факториал определяется рекурсивно:</a:t>
            </a:r>
          </a:p>
          <a:p>
            <a:endParaRPr lang="ru-RU" sz="2000" dirty="0"/>
          </a:p>
          <a:p>
            <a:r>
              <a:rPr lang="ru-RU" sz="2000" dirty="0"/>
              <a:t>Базовый случай:</a:t>
            </a:r>
          </a:p>
          <a:p>
            <a:pPr marL="0" indent="0">
              <a:buNone/>
            </a:pPr>
            <a:r>
              <a:rPr lang="ru-RU" sz="2000" dirty="0"/>
              <a:t>По математическому определению: 0!=1 – это условие, при котором рекурсия завершается.</a:t>
            </a:r>
          </a:p>
          <a:p>
            <a:pPr marL="0" indent="0">
              <a:buNone/>
            </a:pPr>
            <a:r>
              <a:rPr lang="ru-RU" sz="2000" dirty="0"/>
              <a:t>Если его не будет, </a:t>
            </a:r>
            <a:r>
              <a:rPr lang="ru-RU" sz="2000" dirty="0" err="1"/>
              <a:t>Prolog</a:t>
            </a:r>
            <a:r>
              <a:rPr lang="ru-RU" sz="2000" dirty="0"/>
              <a:t> уйдёт в бесконечную цепочку вызовов и зависнет.</a:t>
            </a:r>
          </a:p>
          <a:p>
            <a:pPr marL="0" indent="0">
              <a:buNone/>
            </a:pPr>
            <a:endParaRPr lang="ru-RU" sz="2000" dirty="0"/>
          </a:p>
          <a:p>
            <a:r>
              <a:rPr lang="ru-RU" sz="2000" dirty="0"/>
              <a:t>Рекурсивный случай:</a:t>
            </a:r>
          </a:p>
          <a:p>
            <a:pPr marL="0" indent="0">
              <a:buNone/>
            </a:pPr>
            <a:r>
              <a:rPr lang="ru-RU" sz="2000" dirty="0"/>
              <a:t>N!=N⋅(N−1)! , где N&gt;0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CE0729-73F8-B911-072A-0C096F396AFE}"/>
              </a:ext>
            </a:extLst>
          </p:cNvPr>
          <p:cNvSpPr/>
          <p:nvPr/>
        </p:nvSpPr>
        <p:spPr>
          <a:xfrm>
            <a:off x="0" y="0"/>
            <a:ext cx="502920" cy="6857999"/>
          </a:xfrm>
          <a:prstGeom prst="rect">
            <a:avLst/>
          </a:prstGeom>
          <a:solidFill>
            <a:srgbClr val="1917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589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90F0A-A36F-463C-8D23-F8030C44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4157B-A882-E28F-9A8E-589CD945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Шаг 2. База знаний (исходный код)</a:t>
            </a:r>
          </a:p>
        </p:txBody>
      </p:sp>
      <p:sp>
        <p:nvSpPr>
          <p:cNvPr id="26" name="Объект 25">
            <a:extLst>
              <a:ext uri="{FF2B5EF4-FFF2-40B4-BE49-F238E27FC236}">
                <a16:creationId xmlns:a16="http://schemas.microsoft.com/office/drawing/2014/main" id="{43280519-4B0E-74F1-159C-980D54C31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825624"/>
            <a:ext cx="11313943" cy="4864735"/>
          </a:xfrm>
          <a:ln cap="rnd">
            <a:solidFill>
              <a:schemeClr val="tx1"/>
            </a:solidFill>
            <a:prstDash val="solid"/>
            <a:round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Исходный код базы знаний выглядит следующим образом:</a:t>
            </a:r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Разберем по частям:</a:t>
            </a:r>
          </a:p>
          <a:p>
            <a:pPr marL="0" indent="0">
              <a:buNone/>
            </a:pPr>
            <a:r>
              <a:rPr lang="ru-RU" sz="2000" u="sng" dirty="0"/>
              <a:t>Строка 1 </a:t>
            </a:r>
            <a:r>
              <a:rPr lang="ru-RU" sz="2000" dirty="0"/>
              <a:t>– базовый случай содержащий условие, при котором рекурсия завершается. Без этого условия </a:t>
            </a:r>
            <a:r>
              <a:rPr lang="ru-RU" sz="2000" dirty="0" err="1"/>
              <a:t>Prolog</a:t>
            </a:r>
            <a:r>
              <a:rPr lang="ru-RU" sz="2000" dirty="0"/>
              <a:t> уйдёт в бесконечную цепочку вызовов и зависнет.</a:t>
            </a:r>
          </a:p>
          <a:p>
            <a:pPr marL="0" indent="0">
              <a:buNone/>
            </a:pPr>
            <a:r>
              <a:rPr lang="ru-RU" sz="2000" u="sng" dirty="0"/>
              <a:t>Строки 2-6 </a:t>
            </a:r>
            <a:r>
              <a:rPr lang="ru-RU" sz="2000" dirty="0"/>
              <a:t>– рекурсивный случай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DA9D2EE-0916-08CE-2D11-D69F76435A48}"/>
              </a:ext>
            </a:extLst>
          </p:cNvPr>
          <p:cNvSpPr/>
          <p:nvPr/>
        </p:nvSpPr>
        <p:spPr>
          <a:xfrm>
            <a:off x="0" y="0"/>
            <a:ext cx="502920" cy="6857999"/>
          </a:xfrm>
          <a:prstGeom prst="rect">
            <a:avLst/>
          </a:prstGeom>
          <a:solidFill>
            <a:srgbClr val="1917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AA6039-A6EF-41E4-B849-FAA0BDF16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925" y="2209387"/>
            <a:ext cx="4524150" cy="243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32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6767-3CC9-BB47-E9A3-BB89FB8E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09090-0D47-3078-EFD4-386D7D6D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Шаг 3. База знаний (исходный код). Рекурсивный случай.</a:t>
            </a:r>
            <a:br>
              <a:rPr lang="ru-RU" dirty="0">
                <a:latin typeface="Century Gothic" panose="020B0502020202020204" pitchFamily="34" charset="0"/>
              </a:rPr>
            </a:b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26" name="Объект 25">
            <a:extLst>
              <a:ext uri="{FF2B5EF4-FFF2-40B4-BE49-F238E27FC236}">
                <a16:creationId xmlns:a16="http://schemas.microsoft.com/office/drawing/2014/main" id="{EDD27E0E-2E51-D203-19A9-3AF0A6A87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825624"/>
            <a:ext cx="11313943" cy="4864735"/>
          </a:xfrm>
          <a:ln cap="rnd">
            <a:solidFill>
              <a:schemeClr val="tx1"/>
            </a:solidFill>
            <a:prstDash val="solid"/>
            <a:round/>
          </a:ln>
        </p:spPr>
        <p:txBody>
          <a:bodyPr>
            <a:normAutofit/>
          </a:bodyPr>
          <a:lstStyle/>
          <a:p>
            <a:r>
              <a:rPr lang="ru-RU" sz="2000" dirty="0"/>
              <a:t>Со второй строки начинается новое правило: </a:t>
            </a:r>
            <a:r>
              <a:rPr lang="ru-RU" sz="2000" b="1" dirty="0" err="1"/>
              <a:t>factorial</a:t>
            </a:r>
            <a:r>
              <a:rPr lang="ru-RU" sz="2000" b="1" dirty="0"/>
              <a:t>(N, F) </a:t>
            </a:r>
            <a:r>
              <a:rPr lang="en-US" sz="2000" b="1" dirty="0"/>
              <a:t>:- </a:t>
            </a:r>
            <a:r>
              <a:rPr lang="ru-RU" sz="2000" dirty="0"/>
              <a:t>истинно, если выполняются следующие условия</a:t>
            </a:r>
          </a:p>
          <a:p>
            <a:r>
              <a:rPr lang="en-US" sz="2000" b="1" dirty="0"/>
              <a:t>N</a:t>
            </a:r>
            <a:r>
              <a:rPr lang="ru-RU" sz="2000" b="1" dirty="0"/>
              <a:t> </a:t>
            </a:r>
            <a:r>
              <a:rPr lang="en-US" sz="2000" b="1" dirty="0"/>
              <a:t>&gt;</a:t>
            </a:r>
            <a:r>
              <a:rPr lang="ru-RU" sz="2000" b="1" dirty="0"/>
              <a:t> </a:t>
            </a:r>
            <a:r>
              <a:rPr lang="en-US" sz="2000" b="1" dirty="0"/>
              <a:t>0</a:t>
            </a:r>
            <a:r>
              <a:rPr lang="ru-RU" sz="2000" b="1" dirty="0"/>
              <a:t>,</a:t>
            </a:r>
            <a:r>
              <a:rPr lang="en-US" sz="2000" b="1" dirty="0"/>
              <a:t> </a:t>
            </a:r>
            <a:r>
              <a:rPr lang="en-US" sz="2000" dirty="0"/>
              <a:t>- </a:t>
            </a:r>
            <a:r>
              <a:rPr lang="ru-RU" sz="2000" dirty="0"/>
              <a:t>Это условие-охранник, которое гарантирует, что правило применяется только для </a:t>
            </a:r>
            <a:r>
              <a:rPr lang="ru-RU" sz="2000" i="1" dirty="0"/>
              <a:t>N &gt; 0</a:t>
            </a:r>
            <a:r>
              <a:rPr lang="ru-RU" sz="2000" dirty="0"/>
              <a:t>. Это необходимо, чтобы избежать бесконечной рекурсии при отрицательных числах.</a:t>
            </a:r>
          </a:p>
          <a:p>
            <a:r>
              <a:rPr lang="en-US" sz="2000" b="1" dirty="0"/>
              <a:t>N1 is N - 1,</a:t>
            </a:r>
            <a:r>
              <a:rPr lang="ru-RU" sz="2000" dirty="0"/>
              <a:t> - Вычисляем </a:t>
            </a:r>
            <a:r>
              <a:rPr lang="en-US" sz="2000" i="1" dirty="0"/>
              <a:t>N – 1.</a:t>
            </a:r>
            <a:r>
              <a:rPr lang="en-US" sz="2000" dirty="0"/>
              <a:t> </a:t>
            </a:r>
            <a:r>
              <a:rPr lang="ru-RU" altLang="ru-RU" sz="2000" dirty="0"/>
              <a:t>Оператор </a:t>
            </a:r>
            <a:r>
              <a:rPr lang="ru-RU" altLang="ru-RU" sz="2000" i="1" dirty="0" err="1"/>
              <a:t>is</a:t>
            </a:r>
            <a:r>
              <a:rPr lang="ru-RU" altLang="ru-RU" sz="2000" dirty="0"/>
              <a:t> — это арифметическое вычисление в </a:t>
            </a:r>
            <a:r>
              <a:rPr lang="ru-RU" altLang="ru-RU" sz="2000" dirty="0" err="1"/>
              <a:t>Prolog</a:t>
            </a:r>
            <a:r>
              <a:rPr lang="ru-RU" altLang="ru-RU" sz="2000" dirty="0"/>
              <a:t>. Он вычисляет выражение справа и присваивает результат переменной слева. </a:t>
            </a:r>
          </a:p>
          <a:p>
            <a:r>
              <a:rPr lang="en-US" sz="2000" b="1" dirty="0"/>
              <a:t>factorial(N1, F1),</a:t>
            </a:r>
            <a:r>
              <a:rPr lang="ru-RU" sz="2000" dirty="0"/>
              <a:t> - Это сердце рекурсии: Чтобы узнать </a:t>
            </a:r>
            <a:r>
              <a:rPr lang="ru-RU" sz="2000" i="1" dirty="0"/>
              <a:t>N!</a:t>
            </a:r>
            <a:r>
              <a:rPr lang="ru-RU" sz="2000" dirty="0"/>
              <a:t>, нужно сначала узнать </a:t>
            </a:r>
            <a:r>
              <a:rPr lang="ru-RU" sz="2000" i="1" dirty="0"/>
              <a:t>(N−1)!</a:t>
            </a:r>
          </a:p>
          <a:p>
            <a:pPr marL="0" indent="0">
              <a:buNone/>
            </a:pPr>
            <a:r>
              <a:rPr lang="ru-RU" sz="2000" dirty="0" err="1"/>
              <a:t>Prolog</a:t>
            </a:r>
            <a:r>
              <a:rPr lang="ru-RU" sz="2000" dirty="0"/>
              <a:t> запоминает контекст и ждёт результата </a:t>
            </a:r>
            <a:r>
              <a:rPr lang="ru-RU" sz="2000" i="1" dirty="0"/>
              <a:t>F1</a:t>
            </a:r>
            <a:r>
              <a:rPr lang="ru-RU" sz="2000" dirty="0"/>
              <a:t>.</a:t>
            </a:r>
            <a:endParaRPr lang="en-US" sz="2000" dirty="0"/>
          </a:p>
          <a:p>
            <a:r>
              <a:rPr lang="en-US" sz="2000" b="1" dirty="0"/>
              <a:t>F is N * F1</a:t>
            </a:r>
            <a:r>
              <a:rPr lang="en-US" sz="2000" dirty="0"/>
              <a:t>.</a:t>
            </a:r>
            <a:r>
              <a:rPr lang="ru-RU" sz="2000" dirty="0"/>
              <a:t> - Теперь, когда известен </a:t>
            </a:r>
            <a:r>
              <a:rPr lang="ru-RU" sz="2000" i="1" dirty="0"/>
              <a:t>F1 = (N−1)!</a:t>
            </a:r>
            <a:r>
              <a:rPr lang="ru-RU" sz="2000" dirty="0"/>
              <a:t>, мы вычисляем: </a:t>
            </a:r>
            <a:r>
              <a:rPr lang="ru-RU" sz="2000" i="1" dirty="0"/>
              <a:t>F = N × F1 = N! </a:t>
            </a:r>
          </a:p>
          <a:p>
            <a:pPr marL="0" indent="0">
              <a:buNone/>
            </a:pPr>
            <a:r>
              <a:rPr lang="ru-RU" sz="2000" dirty="0"/>
              <a:t>Результат возвращается через унификацию переменной </a:t>
            </a:r>
            <a:r>
              <a:rPr lang="ru-RU" sz="2000" i="1" dirty="0"/>
              <a:t>F</a:t>
            </a:r>
            <a:r>
              <a:rPr lang="ru-RU" sz="2000" dirty="0"/>
              <a:t>.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2F87C6C-56E4-7D46-E6FC-2F5601E5A507}"/>
              </a:ext>
            </a:extLst>
          </p:cNvPr>
          <p:cNvSpPr/>
          <p:nvPr/>
        </p:nvSpPr>
        <p:spPr>
          <a:xfrm>
            <a:off x="0" y="0"/>
            <a:ext cx="502920" cy="6857999"/>
          </a:xfrm>
          <a:prstGeom prst="rect">
            <a:avLst/>
          </a:prstGeom>
          <a:solidFill>
            <a:srgbClr val="1917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631EC6B-2B83-444C-A6DC-88745901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6189"/>
            <a:ext cx="65" cy="392379"/>
          </a:xfrm>
          <a:prstGeom prst="rect">
            <a:avLst/>
          </a:prstGeom>
          <a:solidFill>
            <a:srgbClr val="2B2B3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57132" rIns="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155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6767-3CC9-BB47-E9A3-BB89FB8E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09090-0D47-3078-EFD4-386D7D6D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Шаг 4. Пример работы  </a:t>
            </a:r>
            <a:br>
              <a:rPr lang="ru-RU" dirty="0">
                <a:latin typeface="Century Gothic" panose="020B0502020202020204" pitchFamily="34" charset="0"/>
              </a:rPr>
            </a:b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26" name="Объект 25">
            <a:extLst>
              <a:ext uri="{FF2B5EF4-FFF2-40B4-BE49-F238E27FC236}">
                <a16:creationId xmlns:a16="http://schemas.microsoft.com/office/drawing/2014/main" id="{EDD27E0E-2E51-D203-19A9-3AF0A6A87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825624"/>
            <a:ext cx="11313943" cy="4864735"/>
          </a:xfrm>
          <a:ln cap="rnd">
            <a:solidFill>
              <a:schemeClr val="tx1"/>
            </a:solidFill>
            <a:prstDash val="solid"/>
            <a:round/>
          </a:ln>
        </p:spPr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2F87C6C-56E4-7D46-E6FC-2F5601E5A507}"/>
              </a:ext>
            </a:extLst>
          </p:cNvPr>
          <p:cNvSpPr/>
          <p:nvPr/>
        </p:nvSpPr>
        <p:spPr>
          <a:xfrm>
            <a:off x="0" y="0"/>
            <a:ext cx="502920" cy="6857999"/>
          </a:xfrm>
          <a:prstGeom prst="rect">
            <a:avLst/>
          </a:prstGeom>
          <a:solidFill>
            <a:srgbClr val="1917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631EC6B-2B83-444C-A6DC-88745901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6189"/>
            <a:ext cx="65" cy="392379"/>
          </a:xfrm>
          <a:prstGeom prst="rect">
            <a:avLst/>
          </a:prstGeom>
          <a:solidFill>
            <a:srgbClr val="2B2B3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57132" rIns="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976641-8848-465A-AC1B-E88D274E8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20" y="2228595"/>
            <a:ext cx="6759148" cy="379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74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16CC-FB1B-8DDF-E7D3-16C7B809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DB29AC2-DCB7-9F0E-4524-DCF796C1107E}"/>
              </a:ext>
            </a:extLst>
          </p:cNvPr>
          <p:cNvSpPr/>
          <p:nvPr/>
        </p:nvSpPr>
        <p:spPr>
          <a:xfrm>
            <a:off x="0" y="1"/>
            <a:ext cx="12192000" cy="547200"/>
          </a:xfrm>
          <a:prstGeom prst="rect">
            <a:avLst/>
          </a:prstGeom>
          <a:solidFill>
            <a:srgbClr val="1917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60A1C74-B9EF-230A-7BF3-A6858A1A7EA1}"/>
              </a:ext>
            </a:extLst>
          </p:cNvPr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917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 descr="Язык prolog">
            <a:extLst>
              <a:ext uri="{FF2B5EF4-FFF2-40B4-BE49-F238E27FC236}">
                <a16:creationId xmlns:a16="http://schemas.microsoft.com/office/drawing/2014/main" id="{04132240-AE7D-0D11-2162-05DC9BA1D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879" y="4119782"/>
            <a:ext cx="5730240" cy="162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159D224-4E5A-F96F-36C3-A939A0841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7870" y="962901"/>
            <a:ext cx="9336258" cy="1481797"/>
          </a:xfrm>
        </p:spPr>
        <p:txBody>
          <a:bodyPr>
            <a:noAutofit/>
          </a:bodyPr>
          <a:lstStyle/>
          <a:p>
            <a:br>
              <a:rPr lang="ru-RU" sz="3600" b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ru-RU" sz="3600" b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Самостоятельная работа по решению задач с помощью </a:t>
            </a:r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Prolog</a:t>
            </a:r>
            <a:endParaRPr lang="ru-RU" sz="3600" b="1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30F4EC2-3E17-BEFE-2405-6D0A48CE2F91}"/>
              </a:ext>
            </a:extLst>
          </p:cNvPr>
          <p:cNvSpPr txBox="1">
            <a:spLocks/>
          </p:cNvSpPr>
          <p:nvPr/>
        </p:nvSpPr>
        <p:spPr>
          <a:xfrm>
            <a:off x="2536122" y="2568724"/>
            <a:ext cx="9144000" cy="1843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sz="2800" i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Выполнили студенты:</a:t>
            </a:r>
          </a:p>
          <a:p>
            <a:pPr algn="r"/>
            <a:r>
              <a:rPr lang="ru-RU" sz="2800" i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Сабитов Рафаэль </a:t>
            </a:r>
            <a:r>
              <a:rPr lang="ru-RU" sz="2800" i="1" dirty="0" err="1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Равилевич</a:t>
            </a:r>
            <a:endParaRPr lang="ru-RU" sz="2800" i="1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pPr algn="r"/>
            <a:r>
              <a:rPr lang="ru-RU" sz="2800" i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Кружкова Алина Алексеевна </a:t>
            </a:r>
          </a:p>
          <a:p>
            <a:pPr algn="r"/>
            <a:r>
              <a:rPr lang="ru-RU" sz="2800" i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</a:rPr>
              <a:t>Шульга Ольга Петровна </a:t>
            </a:r>
          </a:p>
          <a:p>
            <a:pPr algn="r"/>
            <a:endParaRPr lang="ru-RU" sz="2800" i="1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pPr algn="r"/>
            <a:endParaRPr lang="ru-RU" sz="2800" i="1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endParaRPr lang="ru-RU" sz="2800" i="1" dirty="0">
              <a:solidFill>
                <a:schemeClr val="tx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3328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17622</TotalTime>
  <Words>323</Words>
  <Application>Microsoft Office PowerPoint</Application>
  <PresentationFormat>Широкоэкранный</PresentationFormat>
  <Paragraphs>55</Paragraphs>
  <Slides>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Century Gothic</vt:lpstr>
      <vt:lpstr>Тема Office</vt:lpstr>
      <vt:lpstr> Самостоятельная работа по решению задач с помощью Prolog</vt:lpstr>
      <vt:lpstr>Шаг 1. Математическое определение факториала</vt:lpstr>
      <vt:lpstr>Шаг 2. База знаний (исходный код)</vt:lpstr>
      <vt:lpstr>Шаг 3. База знаний (исходный код). Рекурсивный случай. </vt:lpstr>
      <vt:lpstr>Шаг 4. Пример работы   </vt:lpstr>
      <vt:lpstr> Самостоятельная работа по решению задач с помощью Prolog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ГИС «Аксиома»</dc:title>
  <dc:creator>Дмитрий Кондрашин</dc:creator>
  <cp:lastModifiedBy>Ольга Шульга</cp:lastModifiedBy>
  <cp:revision>106</cp:revision>
  <dcterms:created xsi:type="dcterms:W3CDTF">2024-03-21T11:47:43Z</dcterms:created>
  <dcterms:modified xsi:type="dcterms:W3CDTF">2025-11-13T09:53:46Z</dcterms:modified>
</cp:coreProperties>
</file>